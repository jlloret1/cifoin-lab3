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9" r:id="rId3"/>
    <p:sldId id="290" r:id="rId4"/>
    <p:sldId id="296" r:id="rId5"/>
    <p:sldId id="375" r:id="rId6"/>
    <p:sldId id="376" r:id="rId7"/>
    <p:sldId id="389" r:id="rId8"/>
    <p:sldId id="377" r:id="rId9"/>
    <p:sldId id="388" r:id="rId10"/>
    <p:sldId id="380" r:id="rId11"/>
    <p:sldId id="381" r:id="rId12"/>
    <p:sldId id="288" r:id="rId13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E9CD4F-597B-4BA4-877A-9D786CE9A385}" v="268" dt="2026-05-29T17:11:11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79" d="100"/>
          <a:sy n="79" d="100"/>
        </p:scale>
        <p:origin x="12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Lloret Cuñat" userId="8d81fff1-60b5-4394-8911-1110806e8849" providerId="ADAL" clId="{F9CED4FB-6977-44DC-8277-CB042269325C}"/>
    <pc:docChg chg="undo custSel addSld delSld modSld">
      <pc:chgData name="Jaime Lloret Cuñat" userId="8d81fff1-60b5-4394-8911-1110806e8849" providerId="ADAL" clId="{F9CED4FB-6977-44DC-8277-CB042269325C}" dt="2026-05-29T20:36:41.120" v="5087" actId="20577"/>
      <pc:docMkLst>
        <pc:docMk/>
      </pc:docMkLst>
      <pc:sldChg chg="modSp mod">
        <pc:chgData name="Jaime Lloret Cuñat" userId="8d81fff1-60b5-4394-8911-1110806e8849" providerId="ADAL" clId="{F9CED4FB-6977-44DC-8277-CB042269325C}" dt="2026-05-29T09:45:36.467" v="3216" actId="20577"/>
        <pc:sldMkLst>
          <pc:docMk/>
          <pc:sldMk cId="0" sldId="256"/>
        </pc:sldMkLst>
        <pc:spChg chg="mod">
          <ac:chgData name="Jaime Lloret Cuñat" userId="8d81fff1-60b5-4394-8911-1110806e8849" providerId="ADAL" clId="{F9CED4FB-6977-44DC-8277-CB042269325C}" dt="2026-05-29T09:45:36.467" v="3216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Jaime Lloret Cuñat" userId="8d81fff1-60b5-4394-8911-1110806e8849" providerId="ADAL" clId="{F9CED4FB-6977-44DC-8277-CB042269325C}" dt="2026-05-29T10:19:56.146" v="4812" actId="20577"/>
        <pc:sldMkLst>
          <pc:docMk/>
          <pc:sldMk cId="730501311" sldId="290"/>
        </pc:sldMkLst>
        <pc:spChg chg="mod">
          <ac:chgData name="Jaime Lloret Cuñat" userId="8d81fff1-60b5-4394-8911-1110806e8849" providerId="ADAL" clId="{F9CED4FB-6977-44DC-8277-CB042269325C}" dt="2026-05-29T10:19:56.146" v="4812" actId="20577"/>
          <ac:spMkLst>
            <pc:docMk/>
            <pc:sldMk cId="730501311" sldId="290"/>
            <ac:spMk id="2" creationId="{D0F8CF3B-B920-DBFC-F825-0C87B51EADA7}"/>
          </ac:spMkLst>
        </pc:spChg>
        <pc:picChg chg="add mod">
          <ac:chgData name="Jaime Lloret Cuñat" userId="8d81fff1-60b5-4394-8911-1110806e8849" providerId="ADAL" clId="{F9CED4FB-6977-44DC-8277-CB042269325C}" dt="2026-05-26T21:24:24.117" v="3" actId="1076"/>
          <ac:picMkLst>
            <pc:docMk/>
            <pc:sldMk cId="730501311" sldId="290"/>
            <ac:picMk id="9" creationId="{6D743896-58F8-507D-4CA3-A4DD5CAF5DF6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09:52:20.646" v="3300" actId="20577"/>
        <pc:sldMkLst>
          <pc:docMk/>
          <pc:sldMk cId="2395180334" sldId="296"/>
        </pc:sldMkLst>
        <pc:spChg chg="mod">
          <ac:chgData name="Jaime Lloret Cuñat" userId="8d81fff1-60b5-4394-8911-1110806e8849" providerId="ADAL" clId="{F9CED4FB-6977-44DC-8277-CB042269325C}" dt="2026-05-29T09:52:20.646" v="3300" actId="20577"/>
          <ac:spMkLst>
            <pc:docMk/>
            <pc:sldMk cId="2395180334" sldId="296"/>
            <ac:spMk id="2" creationId="{50C41089-061E-9B39-3904-6F31AFE073B8}"/>
          </ac:spMkLst>
        </pc:spChg>
        <pc:spChg chg="mod">
          <ac:chgData name="Jaime Lloret Cuñat" userId="8d81fff1-60b5-4394-8911-1110806e8849" providerId="ADAL" clId="{F9CED4FB-6977-44DC-8277-CB042269325C}" dt="2026-05-29T09:51:44.174" v="3285" actId="1076"/>
          <ac:spMkLst>
            <pc:docMk/>
            <pc:sldMk cId="2395180334" sldId="296"/>
            <ac:spMk id="4" creationId="{0E86A2CB-D14B-54A7-9376-DAE1E4FF0284}"/>
          </ac:spMkLst>
        </pc:spChg>
        <pc:spChg chg="mod">
          <ac:chgData name="Jaime Lloret Cuñat" userId="8d81fff1-60b5-4394-8911-1110806e8849" providerId="ADAL" clId="{F9CED4FB-6977-44DC-8277-CB042269325C}" dt="2026-05-29T09:51:34.784" v="3279" actId="14100"/>
          <ac:spMkLst>
            <pc:docMk/>
            <pc:sldMk cId="2395180334" sldId="296"/>
            <ac:spMk id="5" creationId="{DA69D816-535A-F5EE-E106-BA148A1B2DF6}"/>
          </ac:spMkLst>
        </pc:spChg>
        <pc:spChg chg="add mod">
          <ac:chgData name="Jaime Lloret Cuñat" userId="8d81fff1-60b5-4394-8911-1110806e8849" providerId="ADAL" clId="{F9CED4FB-6977-44DC-8277-CB042269325C}" dt="2026-05-27T21:11:04.451" v="1257" actId="14100"/>
          <ac:spMkLst>
            <pc:docMk/>
            <pc:sldMk cId="2395180334" sldId="296"/>
            <ac:spMk id="7" creationId="{ADC24A4D-EC55-7D0E-4982-36796DCF5310}"/>
          </ac:spMkLst>
        </pc:spChg>
        <pc:spChg chg="add mod">
          <ac:chgData name="Jaime Lloret Cuñat" userId="8d81fff1-60b5-4394-8911-1110806e8849" providerId="ADAL" clId="{F9CED4FB-6977-44DC-8277-CB042269325C}" dt="2026-05-29T09:52:03.380" v="3291" actId="14100"/>
          <ac:spMkLst>
            <pc:docMk/>
            <pc:sldMk cId="2395180334" sldId="296"/>
            <ac:spMk id="11" creationId="{3859C98F-B4D8-C99F-704A-0658CC3B425A}"/>
          </ac:spMkLst>
        </pc:spChg>
        <pc:picChg chg="add mod">
          <ac:chgData name="Jaime Lloret Cuñat" userId="8d81fff1-60b5-4394-8911-1110806e8849" providerId="ADAL" clId="{F9CED4FB-6977-44DC-8277-CB042269325C}" dt="2026-05-26T21:25:51.864" v="9" actId="1076"/>
          <ac:picMkLst>
            <pc:docMk/>
            <pc:sldMk cId="2395180334" sldId="296"/>
            <ac:picMk id="9" creationId="{03DD6B8D-E1D9-E324-FC64-DF06157BD86E}"/>
          </ac:picMkLst>
        </pc:picChg>
        <pc:picChg chg="add mod ord">
          <ac:chgData name="Jaime Lloret Cuñat" userId="8d81fff1-60b5-4394-8911-1110806e8849" providerId="ADAL" clId="{F9CED4FB-6977-44DC-8277-CB042269325C}" dt="2026-05-29T09:52:08.511" v="3294" actId="1076"/>
          <ac:picMkLst>
            <pc:docMk/>
            <pc:sldMk cId="2395180334" sldId="296"/>
            <ac:picMk id="10" creationId="{9C139EA1-E3AC-44E1-C43F-1FDD3B3F4BE8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20:34:36.660" v="5085" actId="20577"/>
        <pc:sldMkLst>
          <pc:docMk/>
          <pc:sldMk cId="1222654462" sldId="375"/>
        </pc:sldMkLst>
        <pc:spChg chg="add mod">
          <ac:chgData name="Jaime Lloret Cuñat" userId="8d81fff1-60b5-4394-8911-1110806e8849" providerId="ADAL" clId="{F9CED4FB-6977-44DC-8277-CB042269325C}" dt="2026-05-26T21:39:34.167" v="109" actId="14100"/>
          <ac:spMkLst>
            <pc:docMk/>
            <pc:sldMk cId="1222654462" sldId="375"/>
            <ac:spMk id="2" creationId="{C1BC2F57-9DA8-E9CD-682A-A157E858A7C3}"/>
          </ac:spMkLst>
        </pc:spChg>
        <pc:spChg chg="mod">
          <ac:chgData name="Jaime Lloret Cuñat" userId="8d81fff1-60b5-4394-8911-1110806e8849" providerId="ADAL" clId="{F9CED4FB-6977-44DC-8277-CB042269325C}" dt="2026-05-26T21:28:34.323" v="17" actId="14100"/>
          <ac:spMkLst>
            <pc:docMk/>
            <pc:sldMk cId="1222654462" sldId="375"/>
            <ac:spMk id="3" creationId="{5FB43DF1-4048-35BF-BD58-4BF2A341D2EF}"/>
          </ac:spMkLst>
        </pc:spChg>
        <pc:spChg chg="add mod">
          <ac:chgData name="Jaime Lloret Cuñat" userId="8d81fff1-60b5-4394-8911-1110806e8849" providerId="ADAL" clId="{F9CED4FB-6977-44DC-8277-CB042269325C}" dt="2026-05-26T21:39:34.167" v="109" actId="14100"/>
          <ac:spMkLst>
            <pc:docMk/>
            <pc:sldMk cId="1222654462" sldId="375"/>
            <ac:spMk id="7" creationId="{9408EFAC-8078-E069-C6B8-ACA138C8997E}"/>
          </ac:spMkLst>
        </pc:spChg>
        <pc:spChg chg="mod">
          <ac:chgData name="Jaime Lloret Cuñat" userId="8d81fff1-60b5-4394-8911-1110806e8849" providerId="ADAL" clId="{F9CED4FB-6977-44DC-8277-CB042269325C}" dt="2026-05-29T20:34:36.660" v="5085" actId="20577"/>
          <ac:spMkLst>
            <pc:docMk/>
            <pc:sldMk cId="1222654462" sldId="375"/>
            <ac:spMk id="8" creationId="{D9601617-351E-AE1A-1F4D-693F2EA59361}"/>
          </ac:spMkLst>
        </pc:spChg>
        <pc:spChg chg="add mod">
          <ac:chgData name="Jaime Lloret Cuñat" userId="8d81fff1-60b5-4394-8911-1110806e8849" providerId="ADAL" clId="{F9CED4FB-6977-44DC-8277-CB042269325C}" dt="2026-05-26T21:39:34.167" v="109" actId="14100"/>
          <ac:spMkLst>
            <pc:docMk/>
            <pc:sldMk cId="1222654462" sldId="375"/>
            <ac:spMk id="9" creationId="{D975D9C3-61DB-8081-097F-0D8D1A49E38C}"/>
          </ac:spMkLst>
        </pc:spChg>
        <pc:spChg chg="add mod">
          <ac:chgData name="Jaime Lloret Cuñat" userId="8d81fff1-60b5-4394-8911-1110806e8849" providerId="ADAL" clId="{F9CED4FB-6977-44DC-8277-CB042269325C}" dt="2026-05-26T21:39:37.735" v="110" actId="14100"/>
          <ac:spMkLst>
            <pc:docMk/>
            <pc:sldMk cId="1222654462" sldId="375"/>
            <ac:spMk id="12" creationId="{F932C39B-7C3F-1207-D649-A222DC81023E}"/>
          </ac:spMkLst>
        </pc:spChg>
        <pc:spChg chg="add del">
          <ac:chgData name="Jaime Lloret Cuñat" userId="8d81fff1-60b5-4394-8911-1110806e8849" providerId="ADAL" clId="{F9CED4FB-6977-44DC-8277-CB042269325C}" dt="2026-05-26T21:39:22.569" v="104" actId="478"/>
          <ac:spMkLst>
            <pc:docMk/>
            <pc:sldMk cId="1222654462" sldId="375"/>
            <ac:spMk id="13" creationId="{98DA9316-CFD5-58C0-735F-237403D53172}"/>
          </ac:spMkLst>
        </pc:spChg>
        <pc:spChg chg="mod">
          <ac:chgData name="Jaime Lloret Cuñat" userId="8d81fff1-60b5-4394-8911-1110806e8849" providerId="ADAL" clId="{F9CED4FB-6977-44DC-8277-CB042269325C}" dt="2026-05-26T21:28:37.292" v="18" actId="14100"/>
          <ac:spMkLst>
            <pc:docMk/>
            <pc:sldMk cId="1222654462" sldId="375"/>
            <ac:spMk id="14" creationId="{6AA857E7-5C39-DCE1-10B5-40300FCF4B26}"/>
          </ac:spMkLst>
        </pc:spChg>
        <pc:picChg chg="add mod">
          <ac:chgData name="Jaime Lloret Cuñat" userId="8d81fff1-60b5-4394-8911-1110806e8849" providerId="ADAL" clId="{F9CED4FB-6977-44DC-8277-CB042269325C}" dt="2026-05-26T21:28:41.039" v="20" actId="1076"/>
          <ac:picMkLst>
            <pc:docMk/>
            <pc:sldMk cId="1222654462" sldId="375"/>
            <ac:picMk id="4" creationId="{B9F2307C-FFFC-B7D3-2A80-BEF459D6F49B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20:36:32.634" v="5086" actId="20577"/>
        <pc:sldMkLst>
          <pc:docMk/>
          <pc:sldMk cId="1475710608" sldId="376"/>
        </pc:sldMkLst>
        <pc:spChg chg="mod">
          <ac:chgData name="Jaime Lloret Cuñat" userId="8d81fff1-60b5-4394-8911-1110806e8849" providerId="ADAL" clId="{F9CED4FB-6977-44DC-8277-CB042269325C}" dt="2026-05-29T20:36:32.634" v="5086" actId="20577"/>
          <ac:spMkLst>
            <pc:docMk/>
            <pc:sldMk cId="1475710608" sldId="376"/>
            <ac:spMk id="2" creationId="{F1C12A10-91CE-B5DA-9D77-267ED06AEAC2}"/>
          </ac:spMkLst>
        </pc:spChg>
        <pc:spChg chg="mod">
          <ac:chgData name="Jaime Lloret Cuñat" userId="8d81fff1-60b5-4394-8911-1110806e8849" providerId="ADAL" clId="{F9CED4FB-6977-44DC-8277-CB042269325C}" dt="2026-05-26T21:29:20.830" v="31" actId="20577"/>
          <ac:spMkLst>
            <pc:docMk/>
            <pc:sldMk cId="1475710608" sldId="376"/>
            <ac:spMk id="13" creationId="{1E286371-F443-FD5C-BF57-FB23A8D7F4F7}"/>
          </ac:spMkLst>
        </pc:spChg>
        <pc:picChg chg="add mod">
          <ac:chgData name="Jaime Lloret Cuñat" userId="8d81fff1-60b5-4394-8911-1110806e8849" providerId="ADAL" clId="{F9CED4FB-6977-44DC-8277-CB042269325C}" dt="2026-05-26T21:29:55.265" v="42" actId="1076"/>
          <ac:picMkLst>
            <pc:docMk/>
            <pc:sldMk cId="1475710608" sldId="376"/>
            <ac:picMk id="8" creationId="{EF609D1B-920C-AF11-13FF-A30DDE38B9DB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10:17:58.041" v="4622" actId="20577"/>
        <pc:sldMkLst>
          <pc:docMk/>
          <pc:sldMk cId="543184549" sldId="377"/>
        </pc:sldMkLst>
        <pc:spChg chg="add mod">
          <ac:chgData name="Jaime Lloret Cuñat" userId="8d81fff1-60b5-4394-8911-1110806e8849" providerId="ADAL" clId="{F9CED4FB-6977-44DC-8277-CB042269325C}" dt="2026-05-27T21:28:26.046" v="1518" actId="1076"/>
          <ac:spMkLst>
            <pc:docMk/>
            <pc:sldMk cId="543184549" sldId="377"/>
            <ac:spMk id="2" creationId="{0760E1CD-1FD0-147E-F285-69EA7E50E5C5}"/>
          </ac:spMkLst>
        </pc:spChg>
        <pc:spChg chg="mod">
          <ac:chgData name="Jaime Lloret Cuñat" userId="8d81fff1-60b5-4394-8911-1110806e8849" providerId="ADAL" clId="{F9CED4FB-6977-44DC-8277-CB042269325C}" dt="2026-05-29T10:17:58.041" v="4622" actId="20577"/>
          <ac:spMkLst>
            <pc:docMk/>
            <pc:sldMk cId="543184549" sldId="377"/>
            <ac:spMk id="8" creationId="{D9601617-351E-AE1A-1F4D-693F2EA59361}"/>
          </ac:spMkLst>
        </pc:spChg>
        <pc:spChg chg="mod">
          <ac:chgData name="Jaime Lloret Cuñat" userId="8d81fff1-60b5-4394-8911-1110806e8849" providerId="ADAL" clId="{F9CED4FB-6977-44DC-8277-CB042269325C}" dt="2026-05-26T21:30:56.538" v="52" actId="14100"/>
          <ac:spMkLst>
            <pc:docMk/>
            <pc:sldMk cId="543184549" sldId="377"/>
            <ac:spMk id="11" creationId="{B811A5F9-C0B5-716C-70FB-9472E1BC2CD3}"/>
          </ac:spMkLst>
        </pc:spChg>
        <pc:picChg chg="add mod">
          <ac:chgData name="Jaime Lloret Cuñat" userId="8d81fff1-60b5-4394-8911-1110806e8849" providerId="ADAL" clId="{F9CED4FB-6977-44DC-8277-CB042269325C}" dt="2026-05-26T21:31:01.820" v="56" actId="1076"/>
          <ac:picMkLst>
            <pc:docMk/>
            <pc:sldMk cId="543184549" sldId="377"/>
            <ac:picMk id="4" creationId="{D8123366-BE15-58DC-9187-36AD028F13EC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10:15:34.337" v="4433" actId="20577"/>
        <pc:sldMkLst>
          <pc:docMk/>
          <pc:sldMk cId="1931625216" sldId="380"/>
        </pc:sldMkLst>
        <pc:spChg chg="mod">
          <ac:chgData name="Jaime Lloret Cuñat" userId="8d81fff1-60b5-4394-8911-1110806e8849" providerId="ADAL" clId="{F9CED4FB-6977-44DC-8277-CB042269325C}" dt="2026-05-29T10:15:34.337" v="4433" actId="20577"/>
          <ac:spMkLst>
            <pc:docMk/>
            <pc:sldMk cId="1931625216" sldId="380"/>
            <ac:spMk id="8" creationId="{D9601617-351E-AE1A-1F4D-693F2EA59361}"/>
          </ac:spMkLst>
        </pc:spChg>
        <pc:spChg chg="mod">
          <ac:chgData name="Jaime Lloret Cuñat" userId="8d81fff1-60b5-4394-8911-1110806e8849" providerId="ADAL" clId="{F9CED4FB-6977-44DC-8277-CB042269325C}" dt="2026-05-26T21:33:39.758" v="84" actId="14100"/>
          <ac:spMkLst>
            <pc:docMk/>
            <pc:sldMk cId="1931625216" sldId="380"/>
            <ac:spMk id="9" creationId="{11F0F5FC-B571-59FC-7890-3105A6A843BB}"/>
          </ac:spMkLst>
        </pc:spChg>
        <pc:picChg chg="add mod">
          <ac:chgData name="Jaime Lloret Cuñat" userId="8d81fff1-60b5-4394-8911-1110806e8849" providerId="ADAL" clId="{F9CED4FB-6977-44DC-8277-CB042269325C}" dt="2026-05-26T21:33:34.581" v="82" actId="14100"/>
          <ac:picMkLst>
            <pc:docMk/>
            <pc:sldMk cId="1931625216" sldId="380"/>
            <ac:picMk id="4" creationId="{09FA0037-349F-4FB3-A3DF-C5905F579703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10:15:27.788" v="4432" actId="20577"/>
        <pc:sldMkLst>
          <pc:docMk/>
          <pc:sldMk cId="1461196698" sldId="381"/>
        </pc:sldMkLst>
        <pc:spChg chg="mod">
          <ac:chgData name="Jaime Lloret Cuñat" userId="8d81fff1-60b5-4394-8911-1110806e8849" providerId="ADAL" clId="{F9CED4FB-6977-44DC-8277-CB042269325C}" dt="2026-05-29T10:15:27.788" v="4432" actId="20577"/>
          <ac:spMkLst>
            <pc:docMk/>
            <pc:sldMk cId="1461196698" sldId="381"/>
            <ac:spMk id="8" creationId="{D9601617-351E-AE1A-1F4D-693F2EA59361}"/>
          </ac:spMkLst>
        </pc:spChg>
        <pc:spChg chg="mod">
          <ac:chgData name="Jaime Lloret Cuñat" userId="8d81fff1-60b5-4394-8911-1110806e8849" providerId="ADAL" clId="{F9CED4FB-6977-44DC-8277-CB042269325C}" dt="2026-05-26T21:34:50.140" v="100" actId="1076"/>
          <ac:spMkLst>
            <pc:docMk/>
            <pc:sldMk cId="1461196698" sldId="381"/>
            <ac:spMk id="11" creationId="{B811A5F9-C0B5-716C-70FB-9472E1BC2CD3}"/>
          </ac:spMkLst>
        </pc:spChg>
        <pc:picChg chg="add mod modCrop">
          <ac:chgData name="Jaime Lloret Cuñat" userId="8d81fff1-60b5-4394-8911-1110806e8849" providerId="ADAL" clId="{F9CED4FB-6977-44DC-8277-CB042269325C}" dt="2026-05-26T21:34:45.419" v="99" actId="732"/>
          <ac:picMkLst>
            <pc:docMk/>
            <pc:sldMk cId="1461196698" sldId="381"/>
            <ac:picMk id="3" creationId="{239B3586-511D-B562-EA8C-7FF0243A6F56}"/>
          </ac:picMkLst>
        </pc:picChg>
      </pc:sldChg>
      <pc:sldChg chg="addSp delSp modSp mod">
        <pc:chgData name="Jaime Lloret Cuñat" userId="8d81fff1-60b5-4394-8911-1110806e8849" providerId="ADAL" clId="{F9CED4FB-6977-44DC-8277-CB042269325C}" dt="2026-05-29T10:16:43.783" v="4566" actId="20577"/>
        <pc:sldMkLst>
          <pc:docMk/>
          <pc:sldMk cId="2915989261" sldId="388"/>
        </pc:sldMkLst>
        <pc:spChg chg="add mod">
          <ac:chgData name="Jaime Lloret Cuñat" userId="8d81fff1-60b5-4394-8911-1110806e8849" providerId="ADAL" clId="{F9CED4FB-6977-44DC-8277-CB042269325C}" dt="2026-05-26T21:40:54.280" v="111"/>
          <ac:spMkLst>
            <pc:docMk/>
            <pc:sldMk cId="2915989261" sldId="388"/>
            <ac:spMk id="2" creationId="{296C20A7-9714-72BB-93E1-DF1DBD54EC2A}"/>
          </ac:spMkLst>
        </pc:spChg>
        <pc:spChg chg="add mod">
          <ac:chgData name="Jaime Lloret Cuñat" userId="8d81fff1-60b5-4394-8911-1110806e8849" providerId="ADAL" clId="{F9CED4FB-6977-44DC-8277-CB042269325C}" dt="2026-05-29T10:06:58.615" v="3394" actId="20577"/>
          <ac:spMkLst>
            <pc:docMk/>
            <pc:sldMk cId="2915989261" sldId="388"/>
            <ac:spMk id="7" creationId="{213EA0FD-8BAC-9E9F-3DFC-5897C495BDDC}"/>
          </ac:spMkLst>
        </pc:spChg>
        <pc:spChg chg="mod">
          <ac:chgData name="Jaime Lloret Cuñat" userId="8d81fff1-60b5-4394-8911-1110806e8849" providerId="ADAL" clId="{F9CED4FB-6977-44DC-8277-CB042269325C}" dt="2026-05-29T10:16:43.783" v="4566" actId="20577"/>
          <ac:spMkLst>
            <pc:docMk/>
            <pc:sldMk cId="2915989261" sldId="388"/>
            <ac:spMk id="8" creationId="{3BC6D2B9-07F5-E2FA-C9AD-029B63B098DA}"/>
          </ac:spMkLst>
        </pc:spChg>
        <pc:spChg chg="add mod">
          <ac:chgData name="Jaime Lloret Cuñat" userId="8d81fff1-60b5-4394-8911-1110806e8849" providerId="ADAL" clId="{F9CED4FB-6977-44DC-8277-CB042269325C}" dt="2026-05-29T10:07:35.758" v="3399" actId="20577"/>
          <ac:spMkLst>
            <pc:docMk/>
            <pc:sldMk cId="2915989261" sldId="388"/>
            <ac:spMk id="9" creationId="{6D44A083-22B6-993D-C093-C8B3ADF8A309}"/>
          </ac:spMkLst>
        </pc:spChg>
        <pc:spChg chg="mod">
          <ac:chgData name="Jaime Lloret Cuñat" userId="8d81fff1-60b5-4394-8911-1110806e8849" providerId="ADAL" clId="{F9CED4FB-6977-44DC-8277-CB042269325C}" dt="2026-05-26T21:32:00.105" v="59" actId="14100"/>
          <ac:spMkLst>
            <pc:docMk/>
            <pc:sldMk cId="2915989261" sldId="388"/>
            <ac:spMk id="10" creationId="{82011495-88D4-8787-6CB7-704897D84CF9}"/>
          </ac:spMkLst>
        </pc:spChg>
        <pc:picChg chg="add mod">
          <ac:chgData name="Jaime Lloret Cuñat" userId="8d81fff1-60b5-4394-8911-1110806e8849" providerId="ADAL" clId="{F9CED4FB-6977-44DC-8277-CB042269325C}" dt="2026-05-26T21:32:07.509" v="65" actId="1076"/>
          <ac:picMkLst>
            <pc:docMk/>
            <pc:sldMk cId="2915989261" sldId="388"/>
            <ac:picMk id="4" creationId="{39D46110-4812-8508-2E56-39AF073F86AF}"/>
          </ac:picMkLst>
        </pc:picChg>
      </pc:sldChg>
      <pc:sldChg chg="addSp delSp modSp add mod">
        <pc:chgData name="Jaime Lloret Cuñat" userId="8d81fff1-60b5-4394-8911-1110806e8849" providerId="ADAL" clId="{F9CED4FB-6977-44DC-8277-CB042269325C}" dt="2026-05-29T20:36:41.120" v="5087" actId="20577"/>
        <pc:sldMkLst>
          <pc:docMk/>
          <pc:sldMk cId="2722099152" sldId="389"/>
        </pc:sldMkLst>
        <pc:spChg chg="mod">
          <ac:chgData name="Jaime Lloret Cuñat" userId="8d81fff1-60b5-4394-8911-1110806e8849" providerId="ADAL" clId="{F9CED4FB-6977-44DC-8277-CB042269325C}" dt="2026-05-29T20:36:41.120" v="5087" actId="20577"/>
          <ac:spMkLst>
            <pc:docMk/>
            <pc:sldMk cId="2722099152" sldId="389"/>
            <ac:spMk id="2" creationId="{4C1764DA-D295-DD74-F7C7-2A9306C4FE1E}"/>
          </ac:spMkLst>
        </pc:spChg>
        <pc:spChg chg="mod">
          <ac:chgData name="Jaime Lloret Cuñat" userId="8d81fff1-60b5-4394-8911-1110806e8849" providerId="ADAL" clId="{F9CED4FB-6977-44DC-8277-CB042269325C}" dt="2026-05-26T21:29:28.188" v="36" actId="20577"/>
          <ac:spMkLst>
            <pc:docMk/>
            <pc:sldMk cId="2722099152" sldId="389"/>
            <ac:spMk id="13" creationId="{9002A54C-1411-E1A4-1A20-42AA243A0B73}"/>
          </ac:spMkLst>
        </pc:spChg>
        <pc:picChg chg="add mod">
          <ac:chgData name="Jaime Lloret Cuñat" userId="8d81fff1-60b5-4394-8911-1110806e8849" providerId="ADAL" clId="{F9CED4FB-6977-44DC-8277-CB042269325C}" dt="2026-05-26T21:35:07.188" v="101" actId="1076"/>
          <ac:picMkLst>
            <pc:docMk/>
            <pc:sldMk cId="2722099152" sldId="389"/>
            <ac:picMk id="8" creationId="{F98A8EFE-719B-CE0A-BA70-EB43094602CC}"/>
          </ac:picMkLst>
        </pc:picChg>
      </pc:sldChg>
      <pc:sldChg chg="delSp add del mod">
        <pc:chgData name="Jaime Lloret Cuñat" userId="8d81fff1-60b5-4394-8911-1110806e8849" providerId="ADAL" clId="{F9CED4FB-6977-44DC-8277-CB042269325C}" dt="2026-05-29T09:55:06.528" v="3303" actId="2696"/>
        <pc:sldMkLst>
          <pc:docMk/>
          <pc:sldMk cId="2613240333" sldId="390"/>
        </pc:sldMkLst>
        <pc:picChg chg="del">
          <ac:chgData name="Jaime Lloret Cuñat" userId="8d81fff1-60b5-4394-8911-1110806e8849" providerId="ADAL" clId="{F9CED4FB-6977-44DC-8277-CB042269325C}" dt="2026-05-29T09:54:52.755" v="3302" actId="478"/>
          <ac:picMkLst>
            <pc:docMk/>
            <pc:sldMk cId="2613240333" sldId="390"/>
            <ac:picMk id="8" creationId="{6B7403DD-266F-7D9C-FA2C-E67427280E1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CA2C-DC1C-94AC-4B44-E792E810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DDFC22-9D5D-07E4-D6DC-4D9F86CC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FDA27A-7867-5B97-DBC7-5AFE21A3C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521375-3405-AFF1-9827-86123C005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88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3.0. CIRCUITS &amp; COMPACT MODELS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3.0 Circuits and Compact </a:t>
            </a:r>
            <a:r>
              <a:rPr lang="es-ES" sz="3200" b="1" dirty="0" err="1">
                <a:latin typeface="Lucida Sans"/>
                <a:cs typeface="Lucida Sans"/>
              </a:rPr>
              <a:t>Models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Jaime Lloret Cuñat y Aina Perelló Roselló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https://github.com/cccanvas-upv/cifoin-lab3.git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CIRCUITS_&amp;_</a:t>
            </a:r>
            <a:r>
              <a:rPr lang="en-US" kern="0" dirty="0" err="1">
                <a:solidFill>
                  <a:sysClr val="windowText" lastClr="000000"/>
                </a:solidFill>
              </a:rPr>
              <a:t>COMPACT_MODELS.ipynb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Devices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8077200" y="5582965"/>
            <a:ext cx="217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Ring Resonators (RR)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039582" y="5579058"/>
            <a:ext cx="41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Mach-Zehnder Interferometer (MZI)</a:t>
            </a:r>
            <a:endParaRPr lang="en-US" dirty="0"/>
          </a:p>
        </p:txBody>
      </p:sp>
      <p:pic>
        <p:nvPicPr>
          <p:cNvPr id="6" name="Imagen 5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91C2AB39-AF40-7700-840D-38F2C1813C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8" y="3996612"/>
            <a:ext cx="5240632" cy="1246789"/>
          </a:xfrm>
          <a:prstGeom prst="rect">
            <a:avLst/>
          </a:prstGeom>
        </p:spPr>
      </p:pic>
      <p:pic>
        <p:nvPicPr>
          <p:cNvPr id="14" name="Imagen 1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43CD26B4-EB7C-61CA-1BCF-B2AD5F6ED0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44"/>
          <a:stretch>
            <a:fillRect/>
          </a:stretch>
        </p:blipFill>
        <p:spPr>
          <a:xfrm>
            <a:off x="6624590" y="3638327"/>
            <a:ext cx="2402774" cy="1900395"/>
          </a:xfrm>
          <a:prstGeom prst="rect">
            <a:avLst/>
          </a:prstGeom>
        </p:spPr>
      </p:pic>
      <p:pic>
        <p:nvPicPr>
          <p:cNvPr id="15" name="Imagen 1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B296E22E-7EA4-0FD2-7B98-F6CB5BB97A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58" r="786"/>
          <a:stretch>
            <a:fillRect/>
          </a:stretch>
        </p:blipFill>
        <p:spPr>
          <a:xfrm>
            <a:off x="9354819" y="3650394"/>
            <a:ext cx="2402774" cy="190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28A8A28-0D43-C564-7B6A-20F75755616A}"/>
              </a:ext>
            </a:extLst>
          </p:cNvPr>
          <p:cNvSpPr/>
          <p:nvPr/>
        </p:nvSpPr>
        <p:spPr>
          <a:xfrm>
            <a:off x="6476400" y="1418373"/>
            <a:ext cx="5332571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Perfectly balanced MZI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629399" y="1556991"/>
            <a:ext cx="5050811" cy="2895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 implementation of the Compact Models and Circuit Model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</a:t>
            </a:r>
            <a:r>
              <a:rPr lang="es-ES" sz="2000" dirty="0" err="1"/>
              <a:t>simulate</a:t>
            </a:r>
            <a:r>
              <a:rPr lang="es-ES" sz="2000" dirty="0"/>
              <a:t> </a:t>
            </a:r>
            <a:r>
              <a:rPr lang="es-ES" sz="2000" dirty="0" err="1"/>
              <a:t>usin</a:t>
            </a:r>
            <a:r>
              <a:rPr lang="es-ES" sz="2000" dirty="0"/>
              <a:t> SAX </a:t>
            </a:r>
            <a:r>
              <a:rPr lang="es-ES" sz="2000" dirty="0" err="1"/>
              <a:t>library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b="1" dirty="0"/>
              <a:t>ALL EXAMPLE #1: </a:t>
            </a:r>
          </a:p>
          <a:p>
            <a:pPr marL="0" indent="0" algn="just">
              <a:buNone/>
            </a:pPr>
            <a:r>
              <a:rPr lang="en-US" dirty="0" err="1"/>
              <a:t>wvl</a:t>
            </a:r>
            <a:r>
              <a:rPr lang="en-US" dirty="0"/>
              <a:t> [1500-1600] step 0.001</a:t>
            </a:r>
          </a:p>
          <a:p>
            <a:pPr marL="0" indent="0" algn="just">
              <a:buNone/>
            </a:pPr>
            <a:r>
              <a:rPr lang="en-US" dirty="0"/>
              <a:t>dL = 0</a:t>
            </a:r>
          </a:p>
          <a:p>
            <a:pPr marL="0" indent="0" algn="just">
              <a:buNone/>
            </a:pPr>
            <a:r>
              <a:rPr lang="en-US" dirty="0"/>
              <a:t>Kin = Kout = 0.5 for all </a:t>
            </a:r>
            <a:r>
              <a:rPr lang="en-US" dirty="0" err="1"/>
              <a:t>wvl</a:t>
            </a:r>
            <a:endParaRPr lang="en-US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Mach Zender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dL=0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brazo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superior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acumula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ningún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desfase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adicional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presentes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desfases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aparecen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forma natural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acopladores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luz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acaba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cruzado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ocurre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constructiva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espectro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practicamente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frecuencia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743896-58F8-507D-4CA3-A4DD5CAF5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80" y="1662364"/>
            <a:ext cx="5113285" cy="281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EA17-A19F-F6ED-E241-A2268CBA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A69D816-535A-F5EE-E106-BA148A1B2DF6}"/>
              </a:ext>
            </a:extLst>
          </p:cNvPr>
          <p:cNvSpPr/>
          <p:nvPr/>
        </p:nvSpPr>
        <p:spPr>
          <a:xfrm>
            <a:off x="6476401" y="1418374"/>
            <a:ext cx="4496400" cy="101282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79563BA-3258-C655-D121-E2E23B61F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Unbalanced MZI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8B251FE-4B29-D52F-1DB1-9E5BBD8CF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3FA43D9-CFE1-F872-DD44-E04BB1B18D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710B9A-16F8-7A75-9BC8-FE3189874F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n-US" spc="-5"/>
              <a:t>LAB 3.0. CIRCUITS &amp; COMPACT MODELS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0E86A2CB-D14B-54A7-9376-DAE1E4FF0284}"/>
              </a:ext>
            </a:extLst>
          </p:cNvPr>
          <p:cNvSpPr txBox="1">
            <a:spLocks/>
          </p:cNvSpPr>
          <p:nvPr/>
        </p:nvSpPr>
        <p:spPr>
          <a:xfrm>
            <a:off x="6476401" y="1501627"/>
            <a:ext cx="2362200" cy="92956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/>
              <a:t>HINTS</a:t>
            </a:r>
            <a:r>
              <a:rPr lang="en-US" b="1" dirty="0"/>
              <a:t>: </a:t>
            </a:r>
          </a:p>
          <a:p>
            <a:pPr marL="0" indent="0" algn="just">
              <a:buNone/>
            </a:pPr>
            <a:r>
              <a:rPr lang="en-US" dirty="0" err="1"/>
              <a:t>wvl</a:t>
            </a:r>
            <a:r>
              <a:rPr lang="en-US" dirty="0"/>
              <a:t> [1500-1600] step 0.001</a:t>
            </a:r>
          </a:p>
          <a:p>
            <a:pPr algn="just"/>
            <a:r>
              <a:rPr lang="en-US" dirty="0"/>
              <a:t>dL =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100 µm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Kin = Kout = 0.5 for all </a:t>
            </a:r>
            <a:r>
              <a:rPr lang="en-US" dirty="0" err="1"/>
              <a:t>wvl</a:t>
            </a:r>
            <a:endParaRPr lang="en-US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0C41089-061E-9B39-3904-6F31AFE073B8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FSR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transferencia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máximos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consecutivos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La formula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cálculo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lo tanto,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despejando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FSR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delta L mayor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FSR.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Sustituyendo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formula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FSR de 11.25 nm.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forma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coincide con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5B976F-6522-EA3D-1323-5C97E9F88EDF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DD6B8D-E1D9-E324-FC64-DF06157B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07" y="1683211"/>
            <a:ext cx="5118785" cy="27807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14">
                <a:extLst>
                  <a:ext uri="{FF2B5EF4-FFF2-40B4-BE49-F238E27FC236}">
                    <a16:creationId xmlns:a16="http://schemas.microsoft.com/office/drawing/2014/main" id="{ADC24A4D-EC55-7D0E-4982-36796DCF5310}"/>
                  </a:ext>
                </a:extLst>
              </p:cNvPr>
              <p:cNvSpPr txBox="1"/>
              <p:nvPr/>
            </p:nvSpPr>
            <p:spPr>
              <a:xfrm>
                <a:off x="9525000" y="5105400"/>
                <a:ext cx="1828800" cy="550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3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sz="13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13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3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13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30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13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E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3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sz="13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sz="13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3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sz="13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l-GR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300" i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sz="1300" b="0" i="1" smtClean="0">
                                  <a:latin typeface="Cambria Math" panose="02040503050406030204" pitchFamily="18" charset="0"/>
                                </a:rPr>
                                <m:t>𝐹𝑆𝑅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7" name="CuadroTexto 14">
                <a:extLst>
                  <a:ext uri="{FF2B5EF4-FFF2-40B4-BE49-F238E27FC236}">
                    <a16:creationId xmlns:a16="http://schemas.microsoft.com/office/drawing/2014/main" id="{ADC24A4D-EC55-7D0E-4982-36796DCF5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0" y="5105400"/>
                <a:ext cx="1828800" cy="550407"/>
              </a:xfrm>
              <a:prstGeom prst="rect">
                <a:avLst/>
              </a:prstGeom>
              <a:blipFill>
                <a:blip r:embed="rId5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4">
            <a:extLst>
              <a:ext uri="{FF2B5EF4-FFF2-40B4-BE49-F238E27FC236}">
                <a16:creationId xmlns:a16="http://schemas.microsoft.com/office/drawing/2014/main" id="{3859C98F-B4D8-C99F-704A-0658CC3B425A}"/>
              </a:ext>
            </a:extLst>
          </p:cNvPr>
          <p:cNvSpPr/>
          <p:nvPr/>
        </p:nvSpPr>
        <p:spPr>
          <a:xfrm>
            <a:off x="6476402" y="2486561"/>
            <a:ext cx="4496400" cy="226304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139EA1-E3AC-44E1-C43F-1FDD3B3F4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210" y="2538681"/>
            <a:ext cx="3930781" cy="214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8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1029" y="4860335"/>
            <a:ext cx="1119953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transferencia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típica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un MZI.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FSR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deseado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delta 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la formula.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claramente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forma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FSR coincide con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deseado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B43DF1-4048-35BF-BD58-4BF2A341D2EF}"/>
              </a:ext>
            </a:extLst>
          </p:cNvPr>
          <p:cNvSpPr/>
          <p:nvPr/>
        </p:nvSpPr>
        <p:spPr>
          <a:xfrm>
            <a:off x="9829800" y="1418373"/>
            <a:ext cx="1980760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[1500-1600] step 0.001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dL = ? µm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calculate for FSR = 2 nm 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Ka =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0.5 for all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AA857E7-5C39-DCE1-10B5-40300FCF4B26}"/>
              </a:ext>
            </a:extLst>
          </p:cNvPr>
          <p:cNvSpPr/>
          <p:nvPr/>
        </p:nvSpPr>
        <p:spPr>
          <a:xfrm>
            <a:off x="3608004" y="1418373"/>
            <a:ext cx="5993196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582D9ED-A2CE-6C08-D473-4C1FC636E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98DA9316-CFD5-58C0-735F-237403D53172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#2 – MZI Design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Design a MZI with FSR = 10 nm at 1550 nm</a:t>
            </a:r>
            <a:br>
              <a:rPr lang="en-US" b="0" kern="0" spc="-5" dirty="0">
                <a:latin typeface="+mj-lt"/>
                <a:cs typeface="Lucida Sans"/>
              </a:rPr>
            </a:br>
            <a:endParaRPr lang="en-US" b="0" kern="0" dirty="0">
              <a:latin typeface="+mj-lt"/>
              <a:cs typeface="Lucida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2307C-FFFC-B7D3-2A80-BEF459D6F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302" y="1586426"/>
            <a:ext cx="5440415" cy="2969921"/>
          </a:xfrm>
          <a:prstGeom prst="rect">
            <a:avLst/>
          </a:prstGeom>
        </p:spPr>
      </p:pic>
      <p:sp>
        <p:nvSpPr>
          <p:cNvPr id="2" name="Rectángulo 10">
            <a:extLst>
              <a:ext uri="{FF2B5EF4-FFF2-40B4-BE49-F238E27FC236}">
                <a16:creationId xmlns:a16="http://schemas.microsoft.com/office/drawing/2014/main" id="{C1BC2F57-9DA8-E9CD-682A-A157E858A7C3}"/>
              </a:ext>
            </a:extLst>
          </p:cNvPr>
          <p:cNvSpPr/>
          <p:nvPr/>
        </p:nvSpPr>
        <p:spPr>
          <a:xfrm>
            <a:off x="611030" y="1418373"/>
            <a:ext cx="2866624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14">
                <a:extLst>
                  <a:ext uri="{FF2B5EF4-FFF2-40B4-BE49-F238E27FC236}">
                    <a16:creationId xmlns:a16="http://schemas.microsoft.com/office/drawing/2014/main" id="{9408EFAC-8078-E069-C6B8-ACA138C8997E}"/>
                  </a:ext>
                </a:extLst>
              </p:cNvPr>
              <p:cNvSpPr txBox="1"/>
              <p:nvPr/>
            </p:nvSpPr>
            <p:spPr>
              <a:xfrm>
                <a:off x="942688" y="1906485"/>
                <a:ext cx="2293299" cy="796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𝐹𝑆𝑅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CuadroTexto 14">
                <a:extLst>
                  <a:ext uri="{FF2B5EF4-FFF2-40B4-BE49-F238E27FC236}">
                    <a16:creationId xmlns:a16="http://schemas.microsoft.com/office/drawing/2014/main" id="{9408EFAC-8078-E069-C6B8-ACA138C89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88" y="1906485"/>
                <a:ext cx="2293299" cy="7969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6">
                <a:extLst>
                  <a:ext uri="{FF2B5EF4-FFF2-40B4-BE49-F238E27FC236}">
                    <a16:creationId xmlns:a16="http://schemas.microsoft.com/office/drawing/2014/main" id="{D975D9C3-61DB-8081-097F-0D8D1A49E38C}"/>
                  </a:ext>
                </a:extLst>
              </p:cNvPr>
              <p:cNvSpPr txBox="1"/>
              <p:nvPr/>
            </p:nvSpPr>
            <p:spPr>
              <a:xfrm>
                <a:off x="650240" y="2839368"/>
                <a:ext cx="27238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(1.55 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2∗2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uadroTexto 6">
                <a:extLst>
                  <a:ext uri="{FF2B5EF4-FFF2-40B4-BE49-F238E27FC236}">
                    <a16:creationId xmlns:a16="http://schemas.microsoft.com/office/drawing/2014/main" id="{D975D9C3-61DB-8081-097F-0D8D1A49E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" y="2839368"/>
                <a:ext cx="272383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8">
                <a:extLst>
                  <a:ext uri="{FF2B5EF4-FFF2-40B4-BE49-F238E27FC236}">
                    <a16:creationId xmlns:a16="http://schemas.microsoft.com/office/drawing/2014/main" id="{F932C39B-7C3F-1207-D649-A222DC81023E}"/>
                  </a:ext>
                </a:extLst>
              </p:cNvPr>
              <p:cNvSpPr txBox="1"/>
              <p:nvPr/>
            </p:nvSpPr>
            <p:spPr>
              <a:xfrm>
                <a:off x="942688" y="3907942"/>
                <a:ext cx="21595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600.625 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𝑢𝑚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2" name="CuadroTexto 8">
                <a:extLst>
                  <a:ext uri="{FF2B5EF4-FFF2-40B4-BE49-F238E27FC236}">
                    <a16:creationId xmlns:a16="http://schemas.microsoft.com/office/drawing/2014/main" id="{F932C39B-7C3F-1207-D649-A222DC810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88" y="3907942"/>
                <a:ext cx="215957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65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636B-7BF0-5143-57E9-673FF1B3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9F9CCB-631D-A124-3694-9DBF91E01CA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76083-7F21-5E97-9AC1-DEEB9C8B23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A4FE9E0-92EE-4367-CEE1-FB072709D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1E286371-F443-FD5C-BF57-FB23A8D7F4F7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#3 – Delay imbalance with loss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Fringe visibility Case 1</a:t>
            </a:r>
            <a:endParaRPr lang="en-US" b="0" kern="0" dirty="0">
              <a:latin typeface="+mj-lt"/>
              <a:cs typeface="Lucida San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C12A10-91CE-B5DA-9D77-267ED06AEAC2}"/>
              </a:ext>
            </a:extLst>
          </p:cNvPr>
          <p:cNvSpPr txBox="1"/>
          <p:nvPr/>
        </p:nvSpPr>
        <p:spPr>
          <a:xfrm>
            <a:off x="609441" y="4860334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1200" dirty="0">
                <a:latin typeface="Arial" panose="020B0604020202020204" pitchFamily="34" charset="0"/>
                <a:cs typeface="Arial" panose="020B0604020202020204" pitchFamily="34" charset="0"/>
              </a:rPr>
              <a:t>Sí hay patrón de interferencia: ambas salidas (H00 y H01) muestran franjas periódicas y complementarias, como corresponde a un MZI. Sin embargo, la visibilidad es reducida porque las pérdidas diferenciales entre brazos hacen que las amplitudes en el acoplador de salida sean asimétricas. Observando la gráfica, el ER = 2.5 dB (máximo  −11.5 dB, mínimo  −14 dB) aproximadamente, lo que es un valor bastante pobre.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BAE930-4EE5-671B-4DE7-6BC60C48E7C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CCE634-FF91-FD5F-7C1D-4329E9DA2469}"/>
              </a:ext>
            </a:extLst>
          </p:cNvPr>
          <p:cNvSpPr/>
          <p:nvPr/>
        </p:nvSpPr>
        <p:spPr>
          <a:xfrm>
            <a:off x="6476400" y="1418373"/>
            <a:ext cx="5332571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[1550-1550.5] step 0.0000005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Silicon waveguide model: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n_eff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2.38, 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n_g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4.25,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D=0,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L_base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=1000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dL =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L_base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+ 55960.0840224255;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loss = 4 dB / cm</a:t>
            </a:r>
          </a:p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Case 1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Simulate for Ka =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0.5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Case 2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Simulate for Ka=0.1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=0.5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609D1B-920C-AF11-13FF-A30DDE38B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6" y="1660203"/>
            <a:ext cx="5035878" cy="267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10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BBAE-CFD5-A95D-7328-C6FB7F6F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E4B68A-9AA5-9245-4C7E-1FC93B692F3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DB995F-C961-6A6E-E8B7-C0120F6BB4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684159C-49F0-0332-7C19-90D4CCF97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3" name="object 16">
            <a:extLst>
              <a:ext uri="{FF2B5EF4-FFF2-40B4-BE49-F238E27FC236}">
                <a16:creationId xmlns:a16="http://schemas.microsoft.com/office/drawing/2014/main" id="{9002A54C-1411-E1A4-1A20-42AA243A0B73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#3 – Delay imbalance with loss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Fringe visibility Case 2</a:t>
            </a:r>
            <a:endParaRPr lang="en-US" b="0" kern="0" dirty="0">
              <a:latin typeface="+mj-lt"/>
              <a:cs typeface="Lucida San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C1764DA-D295-DD74-F7C7-2A9306C4FE1E}"/>
              </a:ext>
            </a:extLst>
          </p:cNvPr>
          <p:cNvSpPr txBox="1"/>
          <p:nvPr/>
        </p:nvSpPr>
        <p:spPr>
          <a:xfrm>
            <a:off x="609441" y="4860334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1200" dirty="0">
                <a:latin typeface="Arial" panose="020B0604020202020204" pitchFamily="34" charset="0"/>
                <a:cs typeface="Arial" panose="020B0604020202020204" pitchFamily="34" charset="0"/>
              </a:rPr>
              <a:t>En este caso, el patrón de interferencia tiene la misma forma general que antes. Sin embargo, con Ka = 0.1, solo el 10% de la potencia va por el brazo largo y el 90% por el corto. Esto hace que las amplitudes en el acoplador de salida sean todavía más asimétricas que en el Caso 1 por lo que la interferencia destructiva es mucho menos efectiva, y el ER empeora notablemente ya que observamos un ER de −7.4 − −8.2 dB = 0.8 dB aproximadamente.</a:t>
            </a:r>
          </a:p>
          <a:p>
            <a:pPr algn="just"/>
            <a:r>
              <a:rPr lang="es-ES_tradnl" sz="1200" dirty="0">
                <a:latin typeface="Arial" panose="020B0604020202020204" pitchFamily="34" charset="0"/>
                <a:cs typeface="Arial" panose="020B0604020202020204" pitchFamily="34" charset="0"/>
              </a:rPr>
              <a:t>En el Caso 1 el reparto es más equilibrado, y aunque las pérdidas rompen la simetría, la situación es más favorable para la cancelación.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8E4814-22A7-B99D-574E-10437F2ABA5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28799E5-EB2F-B547-DFE3-19EF932D9231}"/>
              </a:ext>
            </a:extLst>
          </p:cNvPr>
          <p:cNvSpPr/>
          <p:nvPr/>
        </p:nvSpPr>
        <p:spPr>
          <a:xfrm>
            <a:off x="6476400" y="1418373"/>
            <a:ext cx="5332571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[1550-1550.5] step 0.0000005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Silicon waveguide model: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n_eff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2.38, 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n_g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4.25,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D=0,</a:t>
            </a: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L_base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=1000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dL =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L_base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+ 55960.0840224255;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loss = 4 dB / cm</a:t>
            </a:r>
          </a:p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Case 1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Simulate for Ka =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= 0.5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Case 2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Simulate for Ka=0.1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=0.5 for all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wvl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8A8EFE-719B-CE0A-BA70-EB4309460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40" y="1759251"/>
            <a:ext cx="4939805" cy="262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1029" y="4860335"/>
            <a:ext cx="1119953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patron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señal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máximo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0.25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formula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mayor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perímetro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anillo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(L)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FSR es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pequeño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formula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anotada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arriba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FSR de 11.3 nm para ng=4.25 y dL=50 um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coincide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11A5F9-C0B5-716C-70FB-9472E1BC2CD3}"/>
              </a:ext>
            </a:extLst>
          </p:cNvPr>
          <p:cNvSpPr/>
          <p:nvPr/>
        </p:nvSpPr>
        <p:spPr>
          <a:xfrm>
            <a:off x="611030" y="1418373"/>
            <a:ext cx="746617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B43DF1-4048-35BF-BD58-4BF2A341D2EF}"/>
              </a:ext>
            </a:extLst>
          </p:cNvPr>
          <p:cNvSpPr/>
          <p:nvPr/>
        </p:nvSpPr>
        <p:spPr>
          <a:xfrm>
            <a:off x="8610601" y="1418373"/>
            <a:ext cx="3199959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</a:p>
          <a:p>
            <a:pPr algn="just"/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 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3C716FC-7070-6DA5-E116-195D4CD9B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0" name="object 16">
            <a:extLst>
              <a:ext uri="{FF2B5EF4-FFF2-40B4-BE49-F238E27FC236}">
                <a16:creationId xmlns:a16="http://schemas.microsoft.com/office/drawing/2014/main" id="{C319E249-48A9-70AD-7ACE-23CF9ABF6137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#4 – Ring Resonator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Single ring resonator – most simple case Constant coupler K (no wavelength variation)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23366-BE15-58DC-9187-36AD028F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329" y="1458169"/>
            <a:ext cx="5563572" cy="31740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760E1CD-1FD0-147E-F285-69EA7E50E5C5}"/>
                  </a:ext>
                </a:extLst>
              </p:cNvPr>
              <p:cNvSpPr txBox="1"/>
              <p:nvPr/>
            </p:nvSpPr>
            <p:spPr>
              <a:xfrm>
                <a:off x="8610601" y="2417294"/>
                <a:ext cx="3048000" cy="726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𝐹𝑆𝑅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760E1CD-1FD0-147E-F285-69EA7E50E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1" y="2417294"/>
                <a:ext cx="3048000" cy="726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18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2DF-810F-7BDA-CFF3-0CFEE760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5C280-A84A-95DA-94D2-FE062C8ED6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19F9EF-02D5-71FC-C2BC-F8EC5B2672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BC6D2B9-07F5-E2FA-C9AD-029B63B098DA}"/>
                  </a:ext>
                </a:extLst>
              </p:cNvPr>
              <p:cNvSpPr txBox="1"/>
              <p:nvPr/>
            </p:nvSpPr>
            <p:spPr>
              <a:xfrm>
                <a:off x="611029" y="4860335"/>
                <a:ext cx="11199530" cy="13849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Observamos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patrón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típico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resonador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anillo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función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cambia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ratio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extinción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según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valores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pérdidas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anillo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constante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acoplo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acoplador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Cuando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valores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iguales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teóricamente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alcanza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denominado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acoplamiento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crítico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donde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ratio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extinción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de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∞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. 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variar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K o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pérdidas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cambiarán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abruptas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son las parabolas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gráfico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ejercicio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concreto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obtenemos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ratio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extinción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comparado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ejercicio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anterior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mínimos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llegan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0.25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mientras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máximos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mantenido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igual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Si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caso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quiseramos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acoplamiento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crítico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podriamos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barrer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distintas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constantes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acoplo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cual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obtiene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mayor ratio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extinción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Para ese valor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concreto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estariamos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aproximadamente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acoplamiento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crítico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BC6D2B9-07F5-E2FA-C9AD-029B63B09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29" y="4860335"/>
                <a:ext cx="11199530" cy="1384995"/>
              </a:xfrm>
              <a:prstGeom prst="rect">
                <a:avLst/>
              </a:prstGeom>
              <a:blipFill>
                <a:blip r:embed="rId2"/>
                <a:stretch>
                  <a:fillRect b="-862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E54DA3AC-DFE0-BB51-7C71-7CD9087359D0}"/>
              </a:ext>
            </a:extLst>
          </p:cNvPr>
          <p:cNvSpPr/>
          <p:nvPr/>
        </p:nvSpPr>
        <p:spPr>
          <a:xfrm>
            <a:off x="8610601" y="1418373"/>
            <a:ext cx="3199959" cy="330602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Hints: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the perimeter for a FSR = 15 nm. 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equations given in class that relate FSR and perimeter.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2011495-88D4-8787-6CB7-704897D84CF9}"/>
              </a:ext>
            </a:extLst>
          </p:cNvPr>
          <p:cNvSpPr/>
          <p:nvPr/>
        </p:nvSpPr>
        <p:spPr>
          <a:xfrm>
            <a:off x="611030" y="1418373"/>
            <a:ext cx="761857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64B3EEA8-5B6A-F628-0B9C-42450CEE9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4" name="object 16">
            <a:extLst>
              <a:ext uri="{FF2B5EF4-FFF2-40B4-BE49-F238E27FC236}">
                <a16:creationId xmlns:a16="http://schemas.microsoft.com/office/drawing/2014/main" id="{4E9E05B5-9445-DD50-60E9-03B04ED264D4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#5 – Ring resonator design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Design the perimeter for a FSR = 15 nm.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46110-4812-8508-2E56-39AF073F8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477566"/>
            <a:ext cx="5705676" cy="32322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96C20A7-9714-72BB-93E1-DF1DBD54EC2A}"/>
                  </a:ext>
                </a:extLst>
              </p:cNvPr>
              <p:cNvSpPr txBox="1"/>
              <p:nvPr/>
            </p:nvSpPr>
            <p:spPr>
              <a:xfrm>
                <a:off x="8632210" y="2630408"/>
                <a:ext cx="3048000" cy="726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𝐹𝑆𝑅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96C20A7-9714-72BB-93E1-DF1DBD54E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210" y="2630408"/>
                <a:ext cx="3048000" cy="726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3">
                <a:extLst>
                  <a:ext uri="{FF2B5EF4-FFF2-40B4-BE49-F238E27FC236}">
                    <a16:creationId xmlns:a16="http://schemas.microsoft.com/office/drawing/2014/main" id="{213EA0FD-8BAC-9E9F-3DFC-5897C495BDDC}"/>
                  </a:ext>
                </a:extLst>
              </p:cNvPr>
              <p:cNvSpPr txBox="1"/>
              <p:nvPr/>
            </p:nvSpPr>
            <p:spPr>
              <a:xfrm>
                <a:off x="8305800" y="3425300"/>
                <a:ext cx="3620215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(1.55 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4.25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uadroTexto 3">
                <a:extLst>
                  <a:ext uri="{FF2B5EF4-FFF2-40B4-BE49-F238E27FC236}">
                    <a16:creationId xmlns:a16="http://schemas.microsoft.com/office/drawing/2014/main" id="{213EA0FD-8BAC-9E9F-3DFC-5897C495B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3425300"/>
                <a:ext cx="3620215" cy="648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6">
                <a:extLst>
                  <a:ext uri="{FF2B5EF4-FFF2-40B4-BE49-F238E27FC236}">
                    <a16:creationId xmlns:a16="http://schemas.microsoft.com/office/drawing/2014/main" id="{6D44A083-22B6-993D-C093-C8B3ADF8A309}"/>
                  </a:ext>
                </a:extLst>
              </p:cNvPr>
              <p:cNvSpPr txBox="1"/>
              <p:nvPr/>
            </p:nvSpPr>
            <p:spPr>
              <a:xfrm>
                <a:off x="8954572" y="4195610"/>
                <a:ext cx="2322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37.69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𝑢𝑚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6">
                <a:extLst>
                  <a:ext uri="{FF2B5EF4-FFF2-40B4-BE49-F238E27FC236}">
                    <a16:creationId xmlns:a16="http://schemas.microsoft.com/office/drawing/2014/main" id="{6D44A083-22B6-993D-C093-C8B3ADF8A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72" y="4195610"/>
                <a:ext cx="23226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989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16085" y="5532534"/>
            <a:ext cx="1119953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crítico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ocurre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anillo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igualan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Cuando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ocurre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consigue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máxima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destructiva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decir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ocurre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pequeñas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K=0.2 y K= 0.3.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1F0F5FC-B571-59FC-7890-3105A6A843BB}"/>
              </a:ext>
            </a:extLst>
          </p:cNvPr>
          <p:cNvSpPr/>
          <p:nvPr/>
        </p:nvSpPr>
        <p:spPr>
          <a:xfrm>
            <a:off x="3200400" y="1148911"/>
            <a:ext cx="5791200" cy="418454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B245A9E-6C9A-F3A8-E4B7-661580126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8266F13B-05F1-81DE-B638-66D10EEB9FA2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#6a – Effect of K </a:t>
            </a:r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Change K value between 0.1 and 0.9 in steps of 0.1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A0037-349F-4FB3-A3DF-C5905F579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32578"/>
            <a:ext cx="4939932" cy="396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25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9251A-3DC4-36B2-3FB3-341378364B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LAB 3.0. CIRCUITS &amp; COMPACT MODELS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91A34C-DF76-97CF-3EFD-546BC64A21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C2F52289-4012-4053-9770-FE82CEB9514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601617-351E-AE1A-1F4D-693F2EA59361}"/>
              </a:ext>
            </a:extLst>
          </p:cNvPr>
          <p:cNvSpPr txBox="1"/>
          <p:nvPr/>
        </p:nvSpPr>
        <p:spPr>
          <a:xfrm>
            <a:off x="609600" y="5328158"/>
            <a:ext cx="1119953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razonamiento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anterior.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ahora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anillo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lugar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entrada. Por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explicado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anterior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acercamos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crítico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mas altos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Sin embargo,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mas grande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anterior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indica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lejos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valor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daría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crítico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perfecto.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encontrarlo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habría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barrer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11A5F9-C0B5-716C-70FB-9472E1BC2CD3}"/>
              </a:ext>
            </a:extLst>
          </p:cNvPr>
          <p:cNvSpPr/>
          <p:nvPr/>
        </p:nvSpPr>
        <p:spPr>
          <a:xfrm>
            <a:off x="3428065" y="1120543"/>
            <a:ext cx="5562600" cy="4054572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16D15CB1-2EB9-A3F2-8611-C524CCD1C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18" name="object 16">
            <a:extLst>
              <a:ext uri="{FF2B5EF4-FFF2-40B4-BE49-F238E27FC236}">
                <a16:creationId xmlns:a16="http://schemas.microsoft.com/office/drawing/2014/main" id="{989133D6-A9B3-EFEA-2703-51A6BDA0A885}"/>
              </a:ext>
            </a:extLst>
          </p:cNvPr>
          <p:cNvSpPr txBox="1">
            <a:spLocks/>
          </p:cNvSpPr>
          <p:nvPr/>
        </p:nvSpPr>
        <p:spPr>
          <a:xfrm>
            <a:off x="685800" y="408883"/>
            <a:ext cx="1099441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kern="0" dirty="0"/>
              <a:t>Learning outcome #6b – E</a:t>
            </a:r>
            <a:r>
              <a:rPr lang="en-US" sz="2500" dirty="0"/>
              <a:t>ffect of loss</a:t>
            </a:r>
            <a:endParaRPr lang="en-US" sz="2500" kern="0" dirty="0"/>
          </a:p>
          <a:p>
            <a:pPr marL="12700">
              <a:spcBef>
                <a:spcPts val="100"/>
              </a:spcBef>
            </a:pPr>
            <a:r>
              <a:rPr lang="en-US" b="0" kern="0" spc="-5" dirty="0">
                <a:latin typeface="+mj-lt"/>
                <a:cs typeface="Lucida Sans"/>
              </a:rPr>
              <a:t>Change losses value between 0 and 8 </a:t>
            </a:r>
            <a:r>
              <a:rPr lang="en-US" b="0" kern="0" spc="-5" dirty="0">
                <a:solidFill>
                  <a:srgbClr val="FF0000"/>
                </a:solidFill>
                <a:latin typeface="+mj-lt"/>
                <a:cs typeface="Lucida Sans"/>
              </a:rPr>
              <a:t>dB/cm </a:t>
            </a:r>
            <a:r>
              <a:rPr lang="en-US" b="0" kern="0" spc="-5" dirty="0">
                <a:latin typeface="+mj-lt"/>
                <a:cs typeface="Lucida Sans"/>
              </a:rPr>
              <a:t>in steps of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B3586-511D-B562-EA8C-7FF0243A6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28"/>
          <a:stretch>
            <a:fillRect/>
          </a:stretch>
        </p:blipFill>
        <p:spPr>
          <a:xfrm>
            <a:off x="3749372" y="1209869"/>
            <a:ext cx="4867266" cy="382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96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1169</TotalTime>
  <Words>1397</Words>
  <Application>Microsoft Office PowerPoint</Application>
  <PresentationFormat>Widescreen</PresentationFormat>
  <Paragraphs>146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Lucida Sans</vt:lpstr>
      <vt:lpstr>Wingdings</vt:lpstr>
      <vt:lpstr>Office Theme</vt:lpstr>
      <vt:lpstr>PowerPoint Presentation</vt:lpstr>
      <vt:lpstr>Instructions General</vt:lpstr>
      <vt:lpstr>Learning outcome #1a – Perfectly balanced MZI </vt:lpstr>
      <vt:lpstr>Learning outcome #1b – Unbalanced MZI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Jaime Lloret Cuñat</cp:lastModifiedBy>
  <cp:revision>13</cp:revision>
  <dcterms:created xsi:type="dcterms:W3CDTF">2025-01-27T02:46:57Z</dcterms:created>
  <dcterms:modified xsi:type="dcterms:W3CDTF">2026-05-29T20:36:42Z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